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gkPMuUFsg1pVEnQ46CrmmzxHJ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b67ae1f9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bb67ae1f9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Flipkart project</a:t>
            </a:r>
            <a:br>
              <a:rPr lang="en-US"/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b67ae1f9_7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Submission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6bb67ae1f9_7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ipynb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video – atleast 7mins 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Zoom , Loom, OBS Studio..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15th March – deadline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7" name="Google Shape;9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75" y="365125"/>
            <a:ext cx="12466200" cy="56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3" name="Google Shape;10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2850" y="872225"/>
            <a:ext cx="9006300" cy="54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9" name="Google Shape;10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400" y="1976650"/>
            <a:ext cx="9853200" cy="35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5" name="Google Shape;115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700" y="1960350"/>
            <a:ext cx="11934300" cy="35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1" name="Google Shape;12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329" y="149550"/>
            <a:ext cx="12266700" cy="65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679450" y="177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7" name="Google Shape;12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6550" y="812075"/>
            <a:ext cx="11035500" cy="55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2025-03-09T11:49:18Z</dcterms:created>
  <dc:creator>Vipul Sonawane</dc:creator>
</cp:coreProperties>
</file>